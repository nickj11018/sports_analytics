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FE21-35B4-4D64-81CA-5BDBEB94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3906A-268F-4C0E-9A6F-39AD513BC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159A-7D2E-4132-ABC0-9C47B95D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26AC-C119-4DC3-BEF4-5B9D9A2B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1E424-D64E-4933-B778-549FE267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2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C3CF-7300-44D7-BF59-DF5AB41F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B08C-5D93-4E16-B5DF-05427678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E122A-A5B5-42EE-AFF8-02EE6194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80C1-5ED0-49D0-9628-D35D7419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80BBA-556D-459F-82D8-A4941B61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4E14-1552-495E-960C-97CA15C8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FDA5A-EBA5-4417-B075-03EA0935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80B81-6C51-4571-9457-F0231947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A383-A40A-4A1E-8DA6-87D7D109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67E57-68D9-4E19-ACFA-DACFDE3D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7F3A-B9C1-45B3-8CE4-432CD967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DFCC-BBDD-474F-93C9-5F731F347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F4454-B555-4227-B26C-86D02F245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390A2-3DBE-4731-9A93-3B6C17AE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0D911-AF0E-4047-A262-BF9E0E39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51F30-8636-4521-9A93-8A28F81D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33E5-1CC7-4577-9ACE-D17F2C97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82277-AA6A-41D4-9735-A17E0CE5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0101D-E9EB-4C52-B768-E125FBCA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2CB59-B26A-4D01-B697-286CE9789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FB844-B322-4D9B-9C36-3D4E1AE48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641C3-A8CD-4BEF-ACD4-266F9FE5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30761-6E43-424B-9123-1849EE0D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BB8DB-531C-4CD2-80BD-3644C5F4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9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5414-AD3D-4998-814B-BD22801B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C040-96AC-4C23-A76B-322A01FA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67AD2-6E8F-4AE0-8069-08FB28CC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39918-984C-4205-B411-94A134B1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9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F1576-E5B0-43DD-B115-05599747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18DFD-4CFF-4AD7-BCB8-D3EBA448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A1905-7210-4003-8AC5-80D0E756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6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0F10-AB18-4EF8-8012-6AFDE6C4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6302-0FC3-4810-AC9A-6FBCCE9D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6F149-67AF-4463-A51B-99DCEDDEF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52A46-43E0-490F-BADF-4FF414FD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4DB2-737B-4426-85BF-ED168E34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53F2-5836-43F5-8770-ED703EB9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6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698D-C0AB-4490-916B-57D07CDF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0D2AC-29A1-4FE9-B7DA-B806ABA68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A1243-EA73-48EF-AE08-04E9C1847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20A9E-BB64-41C1-B0E3-787081CA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321AB-FDEB-452A-AE14-47EA94C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3342A-7FDA-4E2F-A8E1-06A4FFD7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4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AA89-8B2F-45E9-B3E1-C982AD85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522B5-5A35-440C-A3E5-18EECA40F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5249-3228-4E3C-9ED0-AF1B724F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A9840-F86C-4B18-B97D-FB236DEA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75CD-E4BD-469D-A29C-2BD2E15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EDC08-CC16-4F3F-928F-7EF6DC00B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4912B-8774-4AE0-B2CE-14DE548B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FEB1B-415B-44F9-A07A-1068B088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0EA32-2AD8-434D-9B00-50978598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9E3F8-DAAA-4721-8A8C-27F6D8FE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1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B7134-67E1-426B-9033-853A9892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6E323-B0E5-45C4-A7BB-9EC610D55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D958-DC63-46DB-B1CF-5229F25A4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5F935-543F-4F4E-890B-01B8E01C5EFD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4EA6-D2AE-44E0-AECA-F9C459D63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E32F-46EB-43B8-AD15-5ECB5ED90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2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2AD7E2FA-CEF1-4A41-BBA3-A05400615E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128403"/>
              </p:ext>
            </p:extLst>
          </p:nvPr>
        </p:nvGraphicFramePr>
        <p:xfrm>
          <a:off x="0" y="2783836"/>
          <a:ext cx="1166812" cy="5598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812">
                  <a:extLst>
                    <a:ext uri="{9D8B030D-6E8A-4147-A177-3AD203B41FA5}">
                      <a16:colId xmlns:a16="http://schemas.microsoft.com/office/drawing/2014/main" val="2072241449"/>
                    </a:ext>
                  </a:extLst>
                </a:gridCol>
              </a:tblGrid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62258297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73167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Past Articles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75700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2166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A0E698D-22CA-4021-AD95-089705FA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71600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pPr algn="ctr">
              <a:lnSpc>
                <a:spcPct val="0"/>
              </a:lnSpc>
            </a:pPr>
            <a:endParaRPr lang="en-US" sz="6600" normalizeH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B4BE10-FB9C-482D-A670-2A1882BB81C2}"/>
              </a:ext>
            </a:extLst>
          </p:cNvPr>
          <p:cNvSpPr txBox="1">
            <a:spLocks/>
          </p:cNvSpPr>
          <p:nvPr/>
        </p:nvSpPr>
        <p:spPr>
          <a:xfrm>
            <a:off x="0" y="494029"/>
            <a:ext cx="12192000" cy="13716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0"/>
              </a:lnSpc>
            </a:pPr>
            <a:r>
              <a:rPr lang="en-US" sz="6600" normalizeH="1" dirty="0">
                <a:solidFill>
                  <a:schemeClr val="bg1"/>
                </a:solidFill>
                <a:latin typeface="Century Schoolbook" panose="02040604050505020304" pitchFamily="18" charset="0"/>
              </a:rPr>
              <a:t>Stats On Tap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193F44-7A15-4963-A488-2BE4858F0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820425"/>
              </p:ext>
            </p:extLst>
          </p:nvPr>
        </p:nvGraphicFramePr>
        <p:xfrm>
          <a:off x="0" y="-2"/>
          <a:ext cx="1166812" cy="5598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812">
                  <a:extLst>
                    <a:ext uri="{9D8B030D-6E8A-4147-A177-3AD203B41FA5}">
                      <a16:colId xmlns:a16="http://schemas.microsoft.com/office/drawing/2014/main" val="2072241449"/>
                    </a:ext>
                  </a:extLst>
                </a:gridCol>
              </a:tblGrid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Menu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2258297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73167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475700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Rosters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21664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3D8E75E8-DF73-4025-ADB4-34AE9009B3EE}"/>
              </a:ext>
            </a:extLst>
          </p:cNvPr>
          <p:cNvSpPr/>
          <p:nvPr/>
        </p:nvSpPr>
        <p:spPr>
          <a:xfrm>
            <a:off x="4221890" y="5479358"/>
            <a:ext cx="7942367" cy="13786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C12CC0-80BA-4A82-B21E-41F4E5756985}"/>
              </a:ext>
            </a:extLst>
          </p:cNvPr>
          <p:cNvSpPr/>
          <p:nvPr/>
        </p:nvSpPr>
        <p:spPr>
          <a:xfrm>
            <a:off x="4249632" y="3651395"/>
            <a:ext cx="7925688" cy="13062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69086B-0DB6-4D84-A507-78DB06C2536B}"/>
              </a:ext>
            </a:extLst>
          </p:cNvPr>
          <p:cNvSpPr/>
          <p:nvPr/>
        </p:nvSpPr>
        <p:spPr>
          <a:xfrm>
            <a:off x="4232952" y="1760679"/>
            <a:ext cx="7942367" cy="13786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E0DCCA-AEC4-42ED-A006-685685A4279C}"/>
              </a:ext>
            </a:extLst>
          </p:cNvPr>
          <p:cNvGrpSpPr/>
          <p:nvPr/>
        </p:nvGrpSpPr>
        <p:grpSpPr>
          <a:xfrm>
            <a:off x="1171760" y="1371600"/>
            <a:ext cx="3061847" cy="1787231"/>
            <a:chOff x="1701090" y="1575753"/>
            <a:chExt cx="3029861" cy="278701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150CA-4BA3-4781-987F-B703C3FD283B}"/>
                </a:ext>
              </a:extLst>
            </p:cNvPr>
            <p:cNvSpPr/>
            <p:nvPr/>
          </p:nvSpPr>
          <p:spPr>
            <a:xfrm>
              <a:off x="1701090" y="1575753"/>
              <a:ext cx="3026504" cy="278701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E0C05-6E2F-459D-A785-94DF44674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4446" y="1896745"/>
              <a:ext cx="3026505" cy="209613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44CA20-9B4B-40D1-9F48-5A02047097F0}"/>
              </a:ext>
            </a:extLst>
          </p:cNvPr>
          <p:cNvGrpSpPr/>
          <p:nvPr/>
        </p:nvGrpSpPr>
        <p:grpSpPr>
          <a:xfrm>
            <a:off x="1166812" y="3158831"/>
            <a:ext cx="3061847" cy="1787231"/>
            <a:chOff x="5003090" y="1921193"/>
            <a:chExt cx="3029861" cy="278701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5C4C6A-84AC-4B4A-B2D0-64162B19C735}"/>
                </a:ext>
              </a:extLst>
            </p:cNvPr>
            <p:cNvSpPr/>
            <p:nvPr/>
          </p:nvSpPr>
          <p:spPr>
            <a:xfrm>
              <a:off x="5003090" y="1921193"/>
              <a:ext cx="3026504" cy="278701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750567-9BE9-4B82-8E6B-0A7791B89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3090" y="2478563"/>
              <a:ext cx="3029861" cy="1696722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1755B19-52EE-4D15-9151-DF35430AB04A}"/>
              </a:ext>
            </a:extLst>
          </p:cNvPr>
          <p:cNvSpPr txBox="1"/>
          <p:nvPr/>
        </p:nvSpPr>
        <p:spPr>
          <a:xfrm>
            <a:off x="4236411" y="3669765"/>
            <a:ext cx="7938908" cy="101074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Which team is most likely to relocate this offseason? Who should? Find out who’s city is safe!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07A570-40B6-450C-81BE-14B7A68AF5E1}"/>
              </a:ext>
            </a:extLst>
          </p:cNvPr>
          <p:cNvSpPr txBox="1"/>
          <p:nvPr/>
        </p:nvSpPr>
        <p:spPr>
          <a:xfrm>
            <a:off x="4232952" y="3151857"/>
            <a:ext cx="7942367" cy="50537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Make the Move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8F73EF-984A-4625-A89A-73D12A3C6CA5}"/>
              </a:ext>
            </a:extLst>
          </p:cNvPr>
          <p:cNvSpPr/>
          <p:nvPr/>
        </p:nvSpPr>
        <p:spPr>
          <a:xfrm>
            <a:off x="1177330" y="4957688"/>
            <a:ext cx="3044559" cy="189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324C48-6815-4957-92E5-B37FB7A89C87}"/>
              </a:ext>
            </a:extLst>
          </p:cNvPr>
          <p:cNvSpPr txBox="1"/>
          <p:nvPr/>
        </p:nvSpPr>
        <p:spPr>
          <a:xfrm>
            <a:off x="4251360" y="5479358"/>
            <a:ext cx="7938908" cy="131396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How are the Eagles getting away with this Tush Push? Let’s look at the average yards for QB sneaks and the average yards for Jalen </a:t>
            </a:r>
            <a:r>
              <a:rPr lang="en-US" dirty="0" err="1"/>
              <a:t>Hurts’s</a:t>
            </a:r>
            <a:r>
              <a:rPr lang="en-US" dirty="0"/>
              <a:t> touchdowns.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36EBB-E8EF-4219-938F-42C778237E92}"/>
              </a:ext>
            </a:extLst>
          </p:cNvPr>
          <p:cNvSpPr txBox="1"/>
          <p:nvPr/>
        </p:nvSpPr>
        <p:spPr>
          <a:xfrm>
            <a:off x="4249632" y="4979153"/>
            <a:ext cx="7942367" cy="50537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Push Eagles, Push?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FD2A2-3C3E-48E8-8665-706649B2EE95}"/>
              </a:ext>
            </a:extLst>
          </p:cNvPr>
          <p:cNvSpPr txBox="1"/>
          <p:nvPr/>
        </p:nvSpPr>
        <p:spPr>
          <a:xfrm>
            <a:off x="4236411" y="1773985"/>
            <a:ext cx="7938908" cy="76018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Let’s dive into the rushing rates around the NFL and how that relates to win percentage. Fantasy football implications abound!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CE57E3-838B-4A1D-9E99-88DAAEC43353}"/>
              </a:ext>
            </a:extLst>
          </p:cNvPr>
          <p:cNvSpPr txBox="1"/>
          <p:nvPr/>
        </p:nvSpPr>
        <p:spPr>
          <a:xfrm>
            <a:off x="4232952" y="1380585"/>
            <a:ext cx="7942367" cy="38009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Run Downhill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EEC7FBE-AA98-47A4-A04D-FF117D6F1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559" y="5055068"/>
            <a:ext cx="3027335" cy="16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7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Schoolbook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Nicholas</dc:creator>
  <cp:lastModifiedBy>Johnson, Nicholas</cp:lastModifiedBy>
  <cp:revision>6</cp:revision>
  <dcterms:created xsi:type="dcterms:W3CDTF">2023-11-27T05:26:53Z</dcterms:created>
  <dcterms:modified xsi:type="dcterms:W3CDTF">2023-11-27T05:59:37Z</dcterms:modified>
</cp:coreProperties>
</file>